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Open Sans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4" roundtripDataSignature="AMtx7mhQkehpVbLgwXwXMrAMkyJ0yVtl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bold.fntdata"/><Relationship Id="rId10" Type="http://schemas.openxmlformats.org/officeDocument/2006/relationships/font" Target="fonts/OpenSans-regular.fntdata"/><Relationship Id="rId13" Type="http://schemas.openxmlformats.org/officeDocument/2006/relationships/font" Target="fonts/OpenSans-boldItalic.fntdata"/><Relationship Id="rId12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>
  <p:cSld name="1_Slide de Título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rgbClr val="37BFF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9"/>
          <p:cNvSpPr txBox="1"/>
          <p:nvPr>
            <p:ph type="title"/>
          </p:nvPr>
        </p:nvSpPr>
        <p:spPr>
          <a:xfrm>
            <a:off x="831850" y="1709738"/>
            <a:ext cx="9048997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" type="body"/>
          </p:nvPr>
        </p:nvSpPr>
        <p:spPr>
          <a:xfrm>
            <a:off x="831850" y="4589463"/>
            <a:ext cx="9048997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>
  <p:cSld name="Título e Conteúdo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type="title"/>
          </p:nvPr>
        </p:nvSpPr>
        <p:spPr>
          <a:xfrm>
            <a:off x="838200" y="365125"/>
            <a:ext cx="93444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8200" y="365125"/>
            <a:ext cx="93444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type="title"/>
          </p:nvPr>
        </p:nvSpPr>
        <p:spPr>
          <a:xfrm>
            <a:off x="838200" y="365125"/>
            <a:ext cx="930897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type="title"/>
          </p:nvPr>
        </p:nvSpPr>
        <p:spPr>
          <a:xfrm>
            <a:off x="839789" y="365125"/>
            <a:ext cx="928075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9" name="Google Shape;49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0" name="Google Shape;5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7" name="Google Shape;5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838200" y="365125"/>
            <a:ext cx="931785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 rot="5400000">
            <a:off x="623678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 rot="5400000">
            <a:off x="1140631" y="-358257"/>
            <a:ext cx="5811838" cy="725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" name="Google Shape;11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Título da apresentação</a:t>
            </a:r>
            <a:endParaRPr/>
          </a:p>
        </p:txBody>
      </p:sp>
      <p:sp>
        <p:nvSpPr>
          <p:cNvPr id="81" name="Google Shape;81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Subtítulo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831850" y="1709738"/>
            <a:ext cx="9048997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Título do conteúdo</a:t>
            </a:r>
            <a:endParaRPr/>
          </a:p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831850" y="4589463"/>
            <a:ext cx="9048997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pt-BR"/>
              <a:t>Texto de apoio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elit. Fusce porta suscipit lacus, sed condimentum sem interdum sit amet. Ut vitae elit ut neque interdum dictum. 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0" i="0"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Nunc tempus condimentum rhoncus. Nullam at velit eu elit congue venenatis quis eget est. Donec orci ex, placerat et metus consectetur, tempor scelerisque diam.</a:t>
            </a:r>
            <a:endParaRPr/>
          </a:p>
        </p:txBody>
      </p:sp>
      <p:sp>
        <p:nvSpPr>
          <p:cNvPr id="93" name="Google Shape;93;p20"/>
          <p:cNvSpPr txBox="1"/>
          <p:nvPr>
            <p:ph type="title"/>
          </p:nvPr>
        </p:nvSpPr>
        <p:spPr>
          <a:xfrm>
            <a:off x="838200" y="365125"/>
            <a:ext cx="93444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Título do conteúdo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1"/>
          <p:cNvSpPr txBox="1"/>
          <p:nvPr/>
        </p:nvSpPr>
        <p:spPr>
          <a:xfrm>
            <a:off x="5690108" y="4112547"/>
            <a:ext cx="1389508" cy="492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3210 4567</a:t>
            </a:r>
            <a:endParaRPr/>
          </a:p>
        </p:txBody>
      </p:sp>
      <p:pic>
        <p:nvPicPr>
          <p:cNvPr descr="Desenho de um círculo&#10;&#10;Descrição gerada automaticamente com confiança média" id="100" name="Google Shape;10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42457" y="4234824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1"/>
          <p:cNvSpPr txBox="1"/>
          <p:nvPr/>
        </p:nvSpPr>
        <p:spPr>
          <a:xfrm>
            <a:off x="3043098" y="3620344"/>
            <a:ext cx="6105803" cy="492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Rua São Paulo, 1147 - Victor Konder, Blumenau - SC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2019-05-13T19:17:28Z</dcterms:created>
  <dc:creator>GUSTAVO CAMPOS BARBOSA</dc:creator>
</cp:coreProperties>
</file>